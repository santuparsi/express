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60" r:id="rId4"/>
    <p:sldId id="259" r:id="rId5"/>
    <p:sldId id="258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AB94F-8782-47C6-AE59-BDD4DFA4F5DE}" type="datetimeFigureOut">
              <a:rPr lang="en-US" smtClean="0"/>
              <a:t>1/16/2023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DCC3A-3154-4DC4-BC03-A7C4443104E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574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AB94F-8782-47C6-AE59-BDD4DFA4F5DE}" type="datetimeFigureOut">
              <a:rPr lang="en-US" smtClean="0"/>
              <a:t>1/16/2023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DCC3A-3154-4DC4-BC03-A7C444310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039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AB94F-8782-47C6-AE59-BDD4DFA4F5DE}" type="datetimeFigureOut">
              <a:rPr lang="en-US" smtClean="0"/>
              <a:t>1/16/2023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DCC3A-3154-4DC4-BC03-A7C4443104E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655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AB94F-8782-47C6-AE59-BDD4DFA4F5DE}" type="datetimeFigureOut">
              <a:rPr lang="en-US" smtClean="0"/>
              <a:t>1/16/2023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DCC3A-3154-4DC4-BC03-A7C444310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860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AB94F-8782-47C6-AE59-BDD4DFA4F5DE}" type="datetimeFigureOut">
              <a:rPr lang="en-US" smtClean="0"/>
              <a:t>1/16/2023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DCC3A-3154-4DC4-BC03-A7C444310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906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AB94F-8782-47C6-AE59-BDD4DFA4F5DE}" type="datetimeFigureOut">
              <a:rPr lang="en-US" smtClean="0"/>
              <a:t>1/16/2023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DCC3A-3154-4DC4-BC03-A7C444310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526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AB94F-8782-47C6-AE59-BDD4DFA4F5DE}" type="datetimeFigureOut">
              <a:rPr lang="en-US" smtClean="0"/>
              <a:t>1/16/2023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DCC3A-3154-4DC4-BC03-A7C444310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790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E4AB94F-8782-47C6-AE59-BDD4DFA4F5DE}" type="datetimeFigureOut">
              <a:rPr lang="en-US" smtClean="0"/>
              <a:t>1/16/2023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24DCC3A-3154-4DC4-BC03-A7C444310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794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AB94F-8782-47C6-AE59-BDD4DFA4F5DE}" type="datetimeFigureOut">
              <a:rPr lang="en-US" smtClean="0"/>
              <a:t>1/16/2023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DCC3A-3154-4DC4-BC03-A7C444310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476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AB94F-8782-47C6-AE59-BDD4DFA4F5DE}" type="datetimeFigureOut">
              <a:rPr lang="en-US" smtClean="0"/>
              <a:t>1/16/2023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DCC3A-3154-4DC4-BC03-A7C444310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670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AB94F-8782-47C6-AE59-BDD4DFA4F5DE}" type="datetimeFigureOut">
              <a:rPr lang="en-US" smtClean="0"/>
              <a:t>1/16/2023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DCC3A-3154-4DC4-BC03-A7C444310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407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E4AB94F-8782-47C6-AE59-BDD4DFA4F5DE}" type="datetimeFigureOut">
              <a:rPr lang="en-US" smtClean="0"/>
              <a:t>1/16/2023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24DCC3A-3154-4DC4-BC03-A7C4443104E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5887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B05707-F4B9-4798-AD1A-9EBE08AC3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ExpressJs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EAD011C-E2B8-49DC-B23A-09B6BBFB4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 typeface="Wingdings" panose="05000000000000000000" pitchFamily="2" charset="2"/>
              <a:buChar char="v"/>
            </a:pPr>
            <a:r>
              <a:rPr lang="en-US" b="0" i="0" dirty="0">
                <a:solidFill>
                  <a:srgbClr val="181717"/>
                </a:solidFill>
                <a:effectLst/>
                <a:latin typeface="Verdana" panose="020B0604030504040204" pitchFamily="34" charset="0"/>
              </a:rPr>
              <a:t>Express.js is a web application framework for Node.js. 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b="0" i="0" dirty="0">
                <a:solidFill>
                  <a:srgbClr val="181717"/>
                </a:solidFill>
                <a:effectLst/>
                <a:latin typeface="Verdana" panose="020B0604030504040204" pitchFamily="34" charset="0"/>
              </a:rPr>
              <a:t>It is a fast, robust and asynchronous in nature.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b="0" i="0" dirty="0">
                <a:solidFill>
                  <a:srgbClr val="181717"/>
                </a:solidFill>
                <a:effectLst/>
                <a:latin typeface="Verdana" panose="020B0604030504040204" pitchFamily="34" charset="0"/>
              </a:rPr>
              <a:t>Express is a fast, assertive, essential and moderate web framework of Node.js.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b="0" i="0" dirty="0">
                <a:solidFill>
                  <a:srgbClr val="181717"/>
                </a:solidFill>
                <a:effectLst/>
                <a:latin typeface="Verdana" panose="020B0604030504040204" pitchFamily="34" charset="0"/>
              </a:rPr>
              <a:t>It provides a robust set of features to develop web and mobile applications.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181717"/>
                </a:solidFill>
                <a:latin typeface="Verdana" panose="020B0604030504040204" pitchFamily="34" charset="0"/>
              </a:rPr>
              <a:t>Express</a:t>
            </a:r>
            <a:r>
              <a:rPr lang="en-US" b="0" i="0" dirty="0">
                <a:solidFill>
                  <a:srgbClr val="181717"/>
                </a:solidFill>
                <a:effectLst/>
                <a:latin typeface="Verdana" panose="020B0604030504040204" pitchFamily="34" charset="0"/>
              </a:rPr>
              <a:t> provides various features that make web application development fast and easy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b="0" i="0" dirty="0">
                <a:solidFill>
                  <a:srgbClr val="181717"/>
                </a:solidFill>
                <a:effectLst/>
                <a:latin typeface="Verdana" panose="020B0604030504040204" pitchFamily="34" charset="0"/>
              </a:rPr>
              <a:t>Using Express you can build web applications, REST APIs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b="0" i="0" dirty="0">
                <a:solidFill>
                  <a:srgbClr val="181717"/>
                </a:solidFill>
                <a:effectLst/>
                <a:latin typeface="Verdana" panose="020B0604030504040204" pitchFamily="34" charset="0"/>
              </a:rPr>
              <a:t>Express.js is based on the Node.js middleware module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181717"/>
                </a:solidFill>
                <a:latin typeface="Verdana" panose="020B0604030504040204" pitchFamily="34" charset="0"/>
              </a:rPr>
              <a:t>Express.js is a layer built on top of the Node.js that helps to manage a server and routes.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682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B05707-F4B9-4798-AD1A-9EBE08AC3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dirty="0">
                <a:solidFill>
                  <a:srgbClr val="333333"/>
                </a:solidFill>
                <a:latin typeface="inter-regular"/>
              </a:rPr>
              <a:t>F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eatures of Express framework</a:t>
            </a:r>
            <a:endParaRPr lang="en-US" b="0" i="0" dirty="0">
              <a:solidFill>
                <a:srgbClr val="181717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EAD011C-E2B8-49DC-B23A-09B6BBFB4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It can be used to design single-page, multi-page and hybrid web applications.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It allows to setup middlewares to respond to HTTP Requests.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It defines a routing table which is used to perform different actions based on HTTP method and URL.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It allows to dynamically render HTML Pages based on passing arguments to templates.</a:t>
            </a:r>
          </a:p>
        </p:txBody>
      </p:sp>
    </p:spTree>
    <p:extLst>
      <p:ext uri="{BB962C8B-B14F-4D97-AF65-F5344CB8AC3E}">
        <p14:creationId xmlns:p14="http://schemas.microsoft.com/office/powerpoint/2010/main" val="2922209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B05707-F4B9-4798-AD1A-9EBE08AC3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b="0" i="0" dirty="0">
                <a:solidFill>
                  <a:srgbClr val="610B38"/>
                </a:solidFill>
                <a:effectLst/>
                <a:latin typeface="erdana"/>
              </a:rPr>
              <a:t>Why use Express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EAD011C-E2B8-49DC-B23A-09B6BBFB4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Ultra fast I/O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Asynchronous and single threaded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MVC like structure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Robust API makes routing easy</a:t>
            </a:r>
          </a:p>
        </p:txBody>
      </p:sp>
    </p:spTree>
    <p:extLst>
      <p:ext uri="{BB962C8B-B14F-4D97-AF65-F5344CB8AC3E}">
        <p14:creationId xmlns:p14="http://schemas.microsoft.com/office/powerpoint/2010/main" val="967248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B05707-F4B9-4798-AD1A-9EBE08AC3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b="0" i="0" dirty="0">
                <a:solidFill>
                  <a:srgbClr val="181717"/>
                </a:solidFill>
                <a:effectLst/>
                <a:latin typeface="Segoe UI" panose="020B0502040204020203" pitchFamily="34" charset="0"/>
              </a:rPr>
              <a:t>Advantages of Express.js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EAD011C-E2B8-49DC-B23A-09B6BBFB4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Makes Node.js web application development fast and easy.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Easy to configure and customize.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Allows you to define routes of your application based on HTTP methods and URLs.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Includes various middleware modules which you can use to perform additional tasks on request and response.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Allows you to define an error handling middleware.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Easy to serve static files and resources of your application.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Allows you to create REST API server.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Easy to connect with databases such as MongoDB, Redis, MySQL</a:t>
            </a:r>
          </a:p>
        </p:txBody>
      </p:sp>
    </p:spTree>
    <p:extLst>
      <p:ext uri="{BB962C8B-B14F-4D97-AF65-F5344CB8AC3E}">
        <p14:creationId xmlns:p14="http://schemas.microsoft.com/office/powerpoint/2010/main" val="1115158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B05707-F4B9-4798-AD1A-9EBE08AC3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b="0" i="0" dirty="0">
                <a:solidFill>
                  <a:srgbClr val="181717"/>
                </a:solidFill>
                <a:effectLst/>
                <a:latin typeface="Segoe UI" panose="020B0502040204020203" pitchFamily="34" charset="0"/>
              </a:rPr>
              <a:t>Install Express.js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EAD011C-E2B8-49DC-B23A-09B6BBFB4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1">
              <a:buFont typeface="Wingdings" panose="05000000000000000000" pitchFamily="2" charset="2"/>
              <a:buChar char="v"/>
            </a:pPr>
            <a:r>
              <a:rPr lang="en-US" b="0" i="0" dirty="0">
                <a:solidFill>
                  <a:srgbClr val="181717"/>
                </a:solidFill>
                <a:effectLst/>
                <a:latin typeface="Verdana" panose="020B0604030504040204" pitchFamily="34" charset="0"/>
              </a:rPr>
              <a:t>The following command will install latest version of express.js globally on your machine so that every Node.js application on your machine can use it.</a:t>
            </a:r>
          </a:p>
          <a:p>
            <a:pPr marL="201168" lvl="1" indent="0">
              <a:buNone/>
            </a:pPr>
            <a:r>
              <a:rPr lang="en-US" b="1" dirty="0"/>
              <a:t>	</a:t>
            </a:r>
            <a:r>
              <a:rPr lang="en-US" b="1" dirty="0" err="1"/>
              <a:t>npm</a:t>
            </a:r>
            <a:r>
              <a:rPr lang="en-US" b="1" dirty="0"/>
              <a:t> install -g express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b="0" i="0" dirty="0">
                <a:solidFill>
                  <a:srgbClr val="181717"/>
                </a:solidFill>
                <a:effectLst/>
                <a:latin typeface="Verdana" panose="020B0604030504040204" pitchFamily="34" charset="0"/>
              </a:rPr>
              <a:t>The following command will install latest version of express.js local to your project folder.</a:t>
            </a:r>
            <a:endParaRPr lang="en-US" i="0" dirty="0">
              <a:solidFill>
                <a:srgbClr val="181717"/>
              </a:solidFill>
              <a:effectLst/>
              <a:latin typeface="Verdana" panose="020B0604030504040204" pitchFamily="34" charset="0"/>
            </a:endParaRPr>
          </a:p>
          <a:p>
            <a:pPr marL="201168" lvl="1" indent="0">
              <a:buNone/>
            </a:pPr>
            <a:r>
              <a:rPr lang="en-US" b="1" dirty="0"/>
              <a:t>	C:\MyNodeJSApp&gt; </a:t>
            </a:r>
            <a:r>
              <a:rPr lang="en-US" b="1" dirty="0" err="1"/>
              <a:t>npm</a:t>
            </a:r>
            <a:r>
              <a:rPr lang="en-US" b="1" dirty="0"/>
              <a:t> install express –save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b="1" i="1" dirty="0"/>
              <a:t>Note: </a:t>
            </a:r>
            <a:r>
              <a:rPr lang="en-US" b="0" i="1" dirty="0">
                <a:solidFill>
                  <a:srgbClr val="181717"/>
                </a:solidFill>
                <a:effectLst/>
                <a:latin typeface="Verdana" panose="020B0604030504040204" pitchFamily="34" charset="0"/>
              </a:rPr>
              <a:t>--save will update the </a:t>
            </a:r>
            <a:r>
              <a:rPr lang="en-US" b="0" i="1" dirty="0" err="1">
                <a:solidFill>
                  <a:srgbClr val="181717"/>
                </a:solidFill>
                <a:effectLst/>
                <a:latin typeface="Verdana" panose="020B0604030504040204" pitchFamily="34" charset="0"/>
              </a:rPr>
              <a:t>package.json</a:t>
            </a:r>
            <a:r>
              <a:rPr lang="en-US" b="0" i="1" dirty="0">
                <a:solidFill>
                  <a:srgbClr val="181717"/>
                </a:solidFill>
                <a:effectLst/>
                <a:latin typeface="Verdana" panose="020B0604030504040204" pitchFamily="34" charset="0"/>
              </a:rPr>
              <a:t> file by specifying express.js dependency.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b="1" i="1" dirty="0"/>
              <a:t>The above command install express in </a:t>
            </a:r>
            <a:r>
              <a:rPr lang="en-US" b="1" i="1" dirty="0" err="1"/>
              <a:t>node_module</a:t>
            </a:r>
            <a:r>
              <a:rPr lang="en-US" b="1" i="1" dirty="0"/>
              <a:t> directory and create a directory named express inside the </a:t>
            </a:r>
            <a:r>
              <a:rPr lang="en-US" b="1" i="1" dirty="0" err="1"/>
              <a:t>node_module</a:t>
            </a:r>
            <a:r>
              <a:rPr lang="en-US" b="1" i="1" dirty="0"/>
              <a:t>. You should install some other important modules along with express. Following is the list: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b="1" i="1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b="1" i="1" dirty="0"/>
              <a:t>body-parser: This is a node.js middleware for handling JSON, Raw, Text and URL encoded form data.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b="1" i="1" dirty="0"/>
              <a:t>cookie-parser: It is used to parse Cookie header and populate </a:t>
            </a:r>
            <a:r>
              <a:rPr lang="en-US" b="1" i="1" dirty="0" err="1"/>
              <a:t>req.cookies</a:t>
            </a:r>
            <a:r>
              <a:rPr lang="en-US" b="1" i="1" dirty="0"/>
              <a:t> with an object keyed by the cookie names.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b="1" i="1" dirty="0" err="1"/>
              <a:t>multer</a:t>
            </a:r>
            <a:r>
              <a:rPr lang="en-US" b="1" i="1" dirty="0"/>
              <a:t>: This is a node.js middleware for handling multipart/form-data.</a:t>
            </a:r>
          </a:p>
        </p:txBody>
      </p:sp>
    </p:spTree>
    <p:extLst>
      <p:ext uri="{BB962C8B-B14F-4D97-AF65-F5344CB8AC3E}">
        <p14:creationId xmlns:p14="http://schemas.microsoft.com/office/powerpoint/2010/main" val="18316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B05707-F4B9-4798-AD1A-9EBE08AC3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b="0" i="0" dirty="0">
                <a:solidFill>
                  <a:srgbClr val="181717"/>
                </a:solidFill>
                <a:effectLst/>
                <a:latin typeface="Segoe UI" panose="020B0502040204020203" pitchFamily="34" charset="0"/>
              </a:rPr>
              <a:t>Express.js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EAD011C-E2B8-49DC-B23A-09B6BBFB4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v"/>
            </a:pPr>
            <a:r>
              <a:rPr lang="en-US" b="1" dirty="0"/>
              <a:t>Express.js includes topics like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1800" b="1" dirty="0"/>
              <a:t>Request Object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1800" b="1" dirty="0"/>
              <a:t>Response Object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1800" b="1" dirty="0"/>
              <a:t>Get method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1800" b="1" dirty="0"/>
              <a:t>Post method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1800" b="1" dirty="0"/>
              <a:t>Cookie management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1800" b="1" dirty="0"/>
              <a:t>Scaffolding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1800" b="1" dirty="0"/>
              <a:t>File Upload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sz="1800" b="1" dirty="0"/>
              <a:t>Template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117971930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2059</TotalTime>
  <Words>494</Words>
  <Application>Microsoft Office PowerPoint</Application>
  <PresentationFormat>Widescreen</PresentationFormat>
  <Paragraphs>49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Calibri</vt:lpstr>
      <vt:lpstr>Calibri Light</vt:lpstr>
      <vt:lpstr>erdana</vt:lpstr>
      <vt:lpstr>inter-regular</vt:lpstr>
      <vt:lpstr>Segoe UI</vt:lpstr>
      <vt:lpstr>Verdana</vt:lpstr>
      <vt:lpstr>Wingdings</vt:lpstr>
      <vt:lpstr>Retrospect</vt:lpstr>
      <vt:lpstr>ExpressJs</vt:lpstr>
      <vt:lpstr>Features of Express framework</vt:lpstr>
      <vt:lpstr>Why use Express</vt:lpstr>
      <vt:lpstr>Advantages of Express.js</vt:lpstr>
      <vt:lpstr>Install Express.js</vt:lpstr>
      <vt:lpstr>Express.js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ExpressJs</dc:title>
  <dc:creator>San San</dc:creator>
  <cp:lastModifiedBy>San San</cp:lastModifiedBy>
  <cp:revision>3</cp:revision>
  <dcterms:created xsi:type="dcterms:W3CDTF">2022-03-31T02:06:28Z</dcterms:created>
  <dcterms:modified xsi:type="dcterms:W3CDTF">2023-01-17T06:36:48Z</dcterms:modified>
</cp:coreProperties>
</file>